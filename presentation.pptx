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COVID-19 Data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Science &amp; Analytics Project</a:t>
            </a:r>
          </a:p>
          <a:p>
            <a:r>
              <a:t>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full-stack Web Application &amp; Data Science Dashboard.</a:t>
            </a:r>
          </a:p>
          <a:p>
            <a:pPr lvl="1"/>
            <a:r>
              <a:t>Visualizes and analyzes COVID-19 pandemic data.</a:t>
            </a:r>
          </a:p>
          <a:p>
            <a:pPr lvl="1"/>
            <a:r>
              <a:t>Uses Glassmorphism UI, Flask backend,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JavaScript, Bootstrap 5</a:t>
            </a:r>
          </a:p>
          <a:p>
            <a:r>
              <a:t>Backend: Python, Flask</a:t>
            </a:r>
          </a:p>
          <a:p>
            <a:r>
              <a:t>Data Science: Pandas, NumPy, Scikit-Learn, SciPy</a:t>
            </a:r>
          </a:p>
          <a:p>
            <a:r>
              <a:t>Methodology: M1 to M5 (Cleaning, EDA, Prob, Stats, Regression)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Johns Hopkins University CSSE</a:t>
            </a:r>
          </a:p>
          <a:p>
            <a:pPr lvl="1"/>
            <a:r>
              <a:t>time_series_covid19_confirmed_global.csv</a:t>
            </a:r>
          </a:p>
          <a:p>
            <a:pPr lvl="1"/>
            <a:r>
              <a:t>time_series_covid19_deaths_global.csv</a:t>
            </a:r>
          </a:p>
          <a:p>
            <a:r>
              <a:t>Data covers hundreds of countries dynamically over years.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 &amp;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Chart.js and Plotly graphs:</a:t>
            </a:r>
          </a:p>
          <a:p>
            <a:pPr lvl="1"/>
            <a:r>
              <a:t>Global Trend Line &amp; Histogram</a:t>
            </a:r>
          </a:p>
          <a:p>
            <a:pPr lvl="1"/>
            <a:r>
              <a:t>Donut/Pie charts for status distribution</a:t>
            </a:r>
          </a:p>
          <a:p>
            <a:pPr lvl="1"/>
            <a:r>
              <a:t>Interactive Country Data Table with Sorting &amp; Searching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Algorithm: Linear Regression</a:t>
            </a:r>
          </a:p>
          <a:p>
            <a:pPr lvl="1"/>
            <a:r>
              <a:t>Feature: Time elapsed (Days since outbreak)</a:t>
            </a:r>
          </a:p>
          <a:p>
            <a:pPr lvl="1"/>
            <a:r>
              <a:t>Target: Total Confirmed Cases</a:t>
            </a:r>
          </a:p>
          <a:p>
            <a:r>
              <a:t>Output: 30-day continuous future projection.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Successfully combined web-dev and data science.</a:t>
            </a:r>
          </a:p>
          <a:p>
            <a:pPr/>
            <a:r>
              <a:t>Future Scope:</a:t>
            </a:r>
          </a:p>
          <a:p>
            <a:pPr lvl="1"/>
            <a:r>
              <a:t>Integration of Live API Feeds</a:t>
            </a:r>
          </a:p>
          <a:p>
            <a:pPr lvl="1"/>
            <a:r>
              <a:t>Deep Learning (LSTM) for non-linear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